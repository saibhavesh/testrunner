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Your startup wants $1M ARR.</a:t>
            </a:r>
          </a:p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Does your web app actually work for buyers?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TestRunner turns a launch event into real human product testing—before you scale sales.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767328"/>
            <a:ext cx="10881360" cy="1261872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7E0D0"/>
                </a:solidFill>
                <a:latin typeface="Aptos"/>
              </a:defRPr>
            </a:pPr>
            <a:r>
              <a:t>Startup pays  →  We organize testing  →  Real people try the app  →  Startup receives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WHO PAYS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Our customer is ANY startup selling a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Early-stage founders, bootstrappers, SaaS teams, and newly launched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A startup trying to acquire paying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A product can look ready to its builders but confuse real buyers.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PURCHASE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A managed event with genuine testers and actionable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ILLUSTRATIVE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Meet “MillionDollar App”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A fictional SaaS startup aiming for $1,000,000 in annual recurring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3474720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FFC75C"/>
                </a:solidFill>
                <a:latin typeface="Aptos"/>
              </a:defRPr>
            </a:pPr>
            <a:r>
              <a:t>$1,000,000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49039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Target ARR—not current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971800"/>
            <a:ext cx="3474720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~$83,333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749039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Monthly recurring revenue needed to reach that ARR.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971800"/>
            <a:ext cx="3474720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749039"/>
            <a:ext cx="307238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Can a new user understand, sign up, and complete the core workflow?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THE MOMENT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The app works for the founder.</a:t>
            </a:r>
          </a:p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Will it work for a stranger?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291840"/>
            <a:ext cx="3502152" cy="214884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456432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069080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Can people understand what the app does?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91840"/>
            <a:ext cx="3502152" cy="214884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3456432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4069080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Can people sign up and complete the first task?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3291840"/>
            <a:ext cx="3502152" cy="214884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456432"/>
            <a:ext cx="30998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069080"/>
            <a:ext cx="309981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Can they find pricing and understand how to buy?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OUR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TestRunner creates a sponsored testing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The startup funds the event; participants complete real tasks; the startup receives a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01 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Define the target audience and 2–3 critical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02 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Recruit participants and host guided or unmoderated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063240"/>
            <a:ext cx="3474720" cy="2331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22783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03 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840480"/>
            <a:ext cx="307238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Collect evidence, summarize blockers, and recommend 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PARTICIPANT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What a tester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An example task for MillionDollar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2148840" cy="18288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3467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7E0D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8FF"/>
                </a:solidFill>
                <a:latin typeface="Aptos"/>
              </a:defRPr>
            </a:pPr>
            <a:r>
              <a:t>Join the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3154680"/>
            <a:ext cx="2148840" cy="18288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3467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7E0D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8FF"/>
                </a:solidFill>
                <a:latin typeface="Aptos"/>
              </a:defRPr>
            </a:pPr>
            <a:r>
              <a:t>Open the web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154680"/>
            <a:ext cx="2148840" cy="18288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3467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7E0D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8FF"/>
                </a:solidFill>
                <a:latin typeface="Aptos"/>
              </a:defRPr>
            </a:pPr>
            <a:r>
              <a:t>Try signup + key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154680"/>
            <a:ext cx="2148840" cy="18288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33467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7E0D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8FF"/>
                </a:solidFill>
                <a:latin typeface="Aptos"/>
              </a:defRPr>
            </a:pPr>
            <a:r>
              <a:t>Attempt pricing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59" y="3154680"/>
            <a:ext cx="2148840" cy="18288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9" y="334670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47E0D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1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F8FF"/>
                </a:solidFill>
                <a:latin typeface="Aptos"/>
              </a:defRPr>
            </a:pPr>
            <a:r>
              <a:t>Submit honest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AUTONOMOUS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Hermes agents manage the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Solari does browser work. Terac supplies real human participants. Whop handles startup payments.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71800"/>
            <a:ext cx="2670048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3136392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749039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Coordinates the campaign and approvals.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971800"/>
            <a:ext cx="2670048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3136392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SALES / WHOP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3749039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Creates orders and verifies payment.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971800"/>
            <a:ext cx="2670048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136392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BROWSER / SOLARI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749039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Checks flows and captures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971800"/>
            <a:ext cx="2670048" cy="2468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3136392"/>
            <a:ext cx="2267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RESEARCH / TERAC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3749039"/>
            <a:ext cx="2267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Sources testers and gathers responses.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WHAT THE STARTUP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Not just feedback—a launch-readiness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The report separates human experience from reproducible browser issues.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3474720" cy="25146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HUMAN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49039"/>
            <a:ext cx="3072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Completion rates, confusion points, direct participant observations.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971800"/>
            <a:ext cx="3474720" cy="25146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BROWSER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749039"/>
            <a:ext cx="3072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Screenshots, failed paths, and verified technical observations.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971800"/>
            <a:ext cx="3474720" cy="251460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136392"/>
            <a:ext cx="30723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47E0D0"/>
                </a:solidFill>
                <a:latin typeface="Aptos"/>
              </a:defRPr>
            </a:pPr>
            <a:r>
              <a:t>PRIORITIZED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749039"/>
            <a:ext cx="30723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3F8FF"/>
                </a:solidFill>
                <a:latin typeface="Aptos"/>
              </a:defRPr>
            </a:pPr>
            <a:r>
              <a:t>Blockers to fix now; improvements to schedule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Startups fund the testing.</a:t>
            </a:r>
          </a:p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Participants are rewarded.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RewardSocial is the parent platform; TestRunner is the first specialized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0927080" cy="132588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712463"/>
            <a:ext cx="10287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7E0D0"/>
                </a:solidFill>
                <a:latin typeface="Aptos"/>
              </a:defRPr>
            </a:pPr>
            <a:r>
              <a:t>Startup campaign fee  −  participant incentives  −  provider/processing costs  =  contribution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166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A0B2C8"/>
                </a:solidFill>
                <a:latin typeface="Aptos"/>
              </a:defRPr>
            </a:pPr>
            <a:r>
              <a:t>Pricing is quoted from real fulfillment costs; no claim that testing guarantees $1M 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47E0D0"/>
                </a:solidFill>
                <a:latin typeface="Aptos"/>
              </a:defRPr>
            </a:pPr>
            <a:r>
              <a:t>REWARDSOCIAL  /  TESTRUNNER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C75C"/>
                </a:solidFill>
                <a:latin typeface="Aptos"/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Before you spend to acquire customers,</a:t>
            </a:r>
          </a:p>
          <a:p>
            <a:pPr>
              <a:spcAft>
                <a:spcPts val="1000"/>
              </a:spcAft>
              <a:defRPr sz="3400" b="1">
                <a:solidFill>
                  <a:srgbClr val="F3F8FF"/>
                </a:solidFill>
                <a:latin typeface="Aptos"/>
              </a:defRPr>
            </a:pPr>
            <a:r>
              <a:t>watch real people use your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0B2C8"/>
                </a:solidFill>
                <a:latin typeface="Aptos"/>
              </a:defRPr>
            </a:pPr>
            <a:r>
              <a:t>TestRunner: real testers, real browser evidence, one actionable launch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A0B2C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7600"/>
            <a:ext cx="10881360" cy="1188720"/>
          </a:xfrm>
          <a:prstGeom prst="roundRect">
            <a:avLst/>
          </a:prstGeom>
          <a:solidFill>
            <a:srgbClr val="18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47E0D0"/>
                </a:solidFill>
                <a:latin typeface="Aptos"/>
              </a:defRPr>
            </a:pPr>
            <a:r>
              <a:t>START WITH ONE TESTING CAMPAIGN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